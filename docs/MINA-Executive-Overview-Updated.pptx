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3e30fa422b4c50" /><Relationship Type="http://schemas.openxmlformats.org/officeDocument/2006/relationships/extended-properties" Target="/docProps/app.xml" Id="R416d09e772b140d3" /><Relationship Type="http://schemas.openxmlformats.org/officeDocument/2006/relationships/officeDocument" Target="/ppt/presentation.xml" Id="R8d6ce1a708614fbe" /></Relationships>
</file>

<file path=ppt/presentation.xml><?xml version="1.0" encoding="utf-8"?>
<p:presentation xmlns:p="http://schemas.openxmlformats.org/presentationml/2006/main">
  <p:sldMasterIdLst>
    <p:sldMasterId xmlns:r="http://schemas.openxmlformats.org/officeDocument/2006/relationships" id="2147483648" r:id="R7f0346845ec04c9d"/>
  </p:sldMasterIdLst>
  <p:notesMasterIdLst>
    <p:notesMasterId xmlns:r="http://schemas.openxmlformats.org/officeDocument/2006/relationships" r:id="Re5eaa387a28c4f64"/>
  </p:notesMasterIdLst>
  <p:sldIdLst>
    <p:sldId xmlns:r="http://schemas.openxmlformats.org/officeDocument/2006/relationships" id="256" r:id="Rcef3ef0eff574d15"/>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cda871992e4135" /><Relationship Type="http://schemas.openxmlformats.org/officeDocument/2006/relationships/slideMaster" Target="/ppt/slideMasters/slideMaster1.xml" Id="R7f0346845ec04c9d" /><Relationship Type="http://schemas.openxmlformats.org/officeDocument/2006/relationships/notesMaster" Target="/ppt/notesMasters/notesMaster1.xml" Id="Re5eaa387a28c4f64" /><Relationship Type="http://schemas.openxmlformats.org/officeDocument/2006/relationships/presProps" Target="/ppt/presProps.xml" Id="R88c4eab3f5804b2d" /><Relationship Type="http://schemas.openxmlformats.org/officeDocument/2006/relationships/tableStyles" Target="/ppt/tableStyles.xml" Id="R95155d2e6bf04b40" /><Relationship Type="http://schemas.openxmlformats.org/officeDocument/2006/relationships/slide" Target="/ppt/slides/slide1.xml" Id="Rcef3ef0eff574d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e2cf710ed549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01559372c44b9b" /><Relationship Type="http://schemas.openxmlformats.org/officeDocument/2006/relationships/notesMaster" Target="/ppt/notesMasters/notesMaster1.xml" Id="Re4988113e1f54a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TWO-MINUTE EXECUTIVE TALK TRACK</a:t>
            </a:r>
          </a:p>
          <a:p xmlns:a="http://schemas.openxmlformats.org/drawingml/2006/main">
            <a:r>
              <a:t/>
            </a:r>
          </a:p>
          <a:p xmlns:a="http://schemas.openxmlformats.org/drawingml/2006/main">
            <a:r>
              <a:t>MINA is being built to help us connect enterprise systems and deliver business change faster. The opportunity is to make integration work easier to create, reuse and manage, rather than treating every new connection as a separate development effort.</a:t>
            </a:r>
          </a:p>
          <a:p xmlns:a="http://schemas.openxmlformats.org/drawingml/2006/main">
            <a:r>
              <a:t/>
            </a:r>
          </a:p>
          <a:p xmlns:a="http://schemas.openxmlformats.org/drawingml/2006/main">
            <a:r>
              <a:t>The first priority is faster delivery. Developers work visually, and AI can help draft an individual task or an entire project. People review the proposed design before applying it. The aim is to shorten the path from a business requirement to a testable integration, while keeping engineering judgment in the process.</a:t>
            </a:r>
          </a:p>
          <a:p xmlns:a="http://schemas.openxmlformats.org/drawingml/2006/main">
            <a:r>
              <a:t/>
            </a:r>
          </a:p>
          <a:p xmlns:a="http://schemas.openxmlformats.org/drawingml/2006/main">
            <a:r>
              <a:t>The second is less repeated effort. Reusable tasks and connectors let teams build on existing work. New connectors can extend the platform as our systems and business needs change. That creates an opportunity to spend less time recreating common integration patterns.</a:t>
            </a:r>
          </a:p>
          <a:p xmlns:a="http://schemas.openxmlformats.org/drawingml/2006/main">
            <a:r>
              <a:t/>
            </a:r>
          </a:p>
          <a:p xmlns:a="http://schemas.openxmlformats.org/drawingml/2006/main">
            <a:r>
              <a:t>The third is simpler operations. A central management view brings application lifecycle controls and runtime visibility together, helping teams understand what is running and where attention is needed.</a:t>
            </a:r>
          </a:p>
          <a:p xmlns:a="http://schemas.openxmlformats.org/drawingml/2006/main">
            <a:r>
              <a:t/>
            </a:r>
          </a:p>
          <a:p xmlns:a="http://schemas.openxmlformats.org/drawingml/2006/main">
            <a:r>
              <a:t>These are the intended business benefits, not measured savings or performance commitments. Security hardening and production qualification still need to be completed. A representative pilot would let us measure delivery time, reuse and operational effort before making broader claims.</a:t>
            </a:r>
          </a:p>
          <a:p xmlns:a="http://schemas.openxmlformats.org/drawingml/2006/main">
            <a:r>
              <a:t/>
            </a:r>
          </a:p>
          <a:p xmlns:a="http://schemas.openxmlformats.org/drawingml/2006/main">
            <a:r>
              <a:t>Supporting context: source capabilities and limitations come from the user-provided MINA development history and local security review. No certification, quantified ROI or production-readiness claim is implied. The connectivity artwork is AI-generated conceptual imagery, not a product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ca2b5c37f048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4ba55fc5a54042" /><Relationship Type="http://schemas.openxmlformats.org/officeDocument/2006/relationships/slideLayout" Target="/ppt/slideLayouts/slideLayout1.xml" Id="R799361c4689d4f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9361c4689d4f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f7f96d630e145be" /><Relationship Type="http://schemas.openxmlformats.org/officeDocument/2006/relationships/image" Target="/ppt/media/image.png" Id="Re489bd9a468e459a" /><Relationship Type="http://schemas.openxmlformats.org/officeDocument/2006/relationships/notesSlide" Target="/ppt/notesSlides/notesSlide1.xml" Id="R4228308f00bf4d40" /></Relationships>
</file>

<file path=ppt/slides/slide1.xml><?xml version="1.0" encoding="utf-8"?>
<p:sld xmlns:p="http://schemas.openxmlformats.org/presentationml/2006/main">
  <p:cSld>
    <p:bg>
      <p:bgPr>
        <a:solidFill xmlns:a="http://schemas.openxmlformats.org/drawingml/2006/main">
          <a:srgbClr val="071322"/>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489bd9a468e459a"/>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category">
            <a:extLst xmlns:a="http://schemas.openxmlformats.org/drawingml/2006/main">
              <a:ext uri="{FF2B5EF4-FFF2-40B4-BE49-F238E27FC236}">
                <a16:creationId xmlns:a16="http://schemas.microsoft.com/office/drawing/2014/main" id="{6A3675B7-004F-4F0E-BDFD-6FE45FC2B48F}"/>
              </a:ext>
            </a:extLst>
          </p:cNvPr>
          <p:cNvSpPr>
            <a:spLocks xmlns:a="http://schemas.openxmlformats.org/drawingml/2006/main" noGrp="1"/>
          </p:cNvSpPr>
          <p:nvPr/>
        </p:nvSpPr>
        <p:spPr>
          <a:xfrm xmlns:a="http://schemas.openxmlformats.org/drawingml/2006/main">
            <a:off x="742950" y="55245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73DAF1"/>
                </a:solidFill>
                <a:latin typeface="Calibri"/>
                <a:ea typeface="Calibri"/>
                <a:cs typeface="Calibri"/>
              </a:defRPr>
            </a:pPr>
            <a:r>
              <a:rPr sz="1725" b="0">
                <a:solidFill>
                  <a:srgbClr val="73DAF1"/>
                </a:solidFill>
                <a:latin typeface="Calibri"/>
                <a:ea typeface="Calibri"/>
                <a:cs typeface="Calibri"/>
              </a:rPr>
              <a:t>Mediation, Integration and Automation</a:t>
            </a:r>
          </a:p>
        </p:txBody>
      </p:sp>
      <p:sp>
        <p:nvSpPr>
          <p:cNvPr id="3" name="brand">
            <a:extLst xmlns:a="http://schemas.openxmlformats.org/drawingml/2006/main">
              <a:ext uri="{FF2B5EF4-FFF2-40B4-BE49-F238E27FC236}">
                <a16:creationId xmlns:a16="http://schemas.microsoft.com/office/drawing/2014/main" id="{2214E253-9A2C-4E0B-8A6D-3C290B1B0D1A}"/>
              </a:ext>
            </a:extLst>
          </p:cNvPr>
          <p:cNvSpPr>
            <a:spLocks xmlns:a="http://schemas.openxmlformats.org/drawingml/2006/main" noGrp="1"/>
          </p:cNvSpPr>
          <p:nvPr/>
        </p:nvSpPr>
        <p:spPr>
          <a:xfrm xmlns:a="http://schemas.openxmlformats.org/drawingml/2006/main">
            <a:off x="685800" y="1066800"/>
            <a:ext cx="714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0" b="1">
                <a:solidFill>
                  <a:srgbClr val="FFFFFF"/>
                </a:solidFill>
                <a:latin typeface="Calibri"/>
                <a:ea typeface="Calibri"/>
                <a:cs typeface="Calibri"/>
              </a:defRPr>
            </a:pPr>
            <a:r>
              <a:rPr sz="7500" b="1">
                <a:solidFill>
                  <a:srgbClr val="FFFFFF"/>
                </a:solidFill>
                <a:latin typeface="Calibri"/>
                <a:ea typeface="Calibri"/>
                <a:cs typeface="Calibri"/>
              </a:rPr>
              <a:t>MINA</a:t>
            </a:r>
          </a:p>
        </p:txBody>
      </p:sp>
      <p:sp>
        <p:nvSpPr>
          <p:cNvPr id="4" name="expansion">
            <a:extLst xmlns:a="http://schemas.openxmlformats.org/drawingml/2006/main">
              <a:ext uri="{FF2B5EF4-FFF2-40B4-BE49-F238E27FC236}">
                <a16:creationId xmlns:a16="http://schemas.microsoft.com/office/drawing/2014/main" id="{48C9FACA-A48E-43DB-80B7-55C74124541E}"/>
              </a:ext>
            </a:extLst>
          </p:cNvPr>
          <p:cNvSpPr>
            <a:spLocks xmlns:a="http://schemas.openxmlformats.org/drawingml/2006/main" noGrp="1"/>
          </p:cNvSpPr>
          <p:nvPr/>
        </p:nvSpPr>
        <p:spPr>
          <a:xfrm xmlns:a="http://schemas.openxmlformats.org/drawingml/2006/main">
            <a:off x="742950" y="2505075"/>
            <a:ext cx="8096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D9F5FF"/>
                </a:solidFill>
                <a:latin typeface="Calibri"/>
                <a:ea typeface="Calibri"/>
                <a:cs typeface="Calibri"/>
              </a:defRPr>
            </a:pPr>
            <a:r>
              <a:rPr sz="4050" b="1">
                <a:solidFill>
                  <a:srgbClr val="D9F5FF"/>
                </a:solidFill>
                <a:latin typeface="Calibri"/>
                <a:ea typeface="Calibri"/>
                <a:cs typeface="Calibri"/>
              </a:rPr>
              <a:t>Connects systems</a:t>
            </a:r>
          </a:p>
          <a:p xmlns:a="http://schemas.openxmlformats.org/drawingml/2006/main">
            <a:pPr>
              <a:buNone/>
              <a:defRPr sz="4050" b="1">
                <a:solidFill>
                  <a:srgbClr val="D9F5FF"/>
                </a:solidFill>
                <a:latin typeface="Calibri"/>
                <a:ea typeface="Calibri"/>
                <a:cs typeface="Calibri"/>
              </a:defRPr>
            </a:pPr>
            <a:r>
              <a:rPr sz="4050" b="1">
                <a:solidFill>
                  <a:srgbClr val="D9F5FF"/>
                </a:solidFill>
                <a:latin typeface="Calibri"/>
                <a:ea typeface="Calibri"/>
                <a:cs typeface="Calibri"/>
              </a:rPr>
              <a:t>Deliver faster</a:t>
            </a:r>
          </a:p>
        </p:txBody>
      </p:sp>
      <p:sp>
        <p:nvSpPr>
          <p:cNvPr id="5" name="description">
            <a:extLst xmlns:a="http://schemas.openxmlformats.org/drawingml/2006/main">
              <a:ext uri="{FF2B5EF4-FFF2-40B4-BE49-F238E27FC236}">
                <a16:creationId xmlns:a16="http://schemas.microsoft.com/office/drawing/2014/main" id="{EA03013D-1AF2-4CD2-B6B6-62B2A13A1B33}"/>
              </a:ext>
            </a:extLst>
          </p:cNvPr>
          <p:cNvSpPr>
            <a:spLocks xmlns:a="http://schemas.openxmlformats.org/drawingml/2006/main" noGrp="1"/>
          </p:cNvSpPr>
          <p:nvPr/>
        </p:nvSpPr>
        <p:spPr>
          <a:xfrm xmlns:a="http://schemas.openxmlformats.org/drawingml/2006/main">
            <a:off x="742950" y="4067175"/>
            <a:ext cx="809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BDD0E4"/>
                </a:solidFill>
                <a:latin typeface="Calibri"/>
                <a:ea typeface="Calibri"/>
                <a:cs typeface="Calibri"/>
              </a:defRPr>
            </a:pPr>
            <a:r>
              <a:rPr sz="2175" b="0">
                <a:solidFill>
                  <a:srgbClr val="BDD0E4"/>
                </a:solidFill>
                <a:latin typeface="Calibri"/>
                <a:ea typeface="Calibri"/>
                <a:cs typeface="Calibri"/>
              </a:rPr>
              <a:t>One platform to connect the business</a:t>
            </a:r>
          </a:p>
          <a:p xmlns:a="http://schemas.openxmlformats.org/drawingml/2006/main">
            <a:pPr>
              <a:buNone/>
              <a:defRPr sz="2175" b="0">
                <a:solidFill>
                  <a:srgbClr val="BDD0E4"/>
                </a:solidFill>
                <a:latin typeface="Calibri"/>
                <a:ea typeface="Calibri"/>
                <a:cs typeface="Calibri"/>
              </a:defRPr>
            </a:pPr>
            <a:r>
              <a:rPr sz="2175" b="0">
                <a:solidFill>
                  <a:srgbClr val="BDD0E4"/>
                </a:solidFill>
                <a:latin typeface="Calibri"/>
                <a:ea typeface="Calibri"/>
                <a:cs typeface="Calibri"/>
              </a:rPr>
              <a:t>and simplify integration delivery.</a:t>
            </a:r>
          </a:p>
        </p:txBody>
      </p:sp>
      <p:sp>
        <p:nvSpPr>
          <p:cNvPr id="6" name="studio-heading">
            <a:extLst xmlns:a="http://schemas.openxmlformats.org/drawingml/2006/main">
              <a:ext uri="{FF2B5EF4-FFF2-40B4-BE49-F238E27FC236}">
                <a16:creationId xmlns:a16="http://schemas.microsoft.com/office/drawing/2014/main" id="{AC191F9C-129D-43D1-8247-CEA8998F85DF}"/>
              </a:ext>
            </a:extLst>
          </p:cNvPr>
          <p:cNvSpPr>
            <a:spLocks xmlns:a="http://schemas.openxmlformats.org/drawingml/2006/main" noGrp="1"/>
          </p:cNvSpPr>
          <p:nvPr/>
        </p:nvSpPr>
        <p:spPr>
          <a:xfrm xmlns:a="http://schemas.openxmlformats.org/drawingml/2006/main">
            <a:off x="742950" y="5886450"/>
            <a:ext cx="4333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74E5F0"/>
                </a:solidFill>
                <a:latin typeface="Calibri"/>
                <a:ea typeface="Calibri"/>
                <a:cs typeface="Calibri"/>
              </a:defRPr>
            </a:pPr>
            <a:r>
              <a:rPr sz="2550" b="1">
                <a:solidFill>
                  <a:srgbClr val="74E5F0"/>
                </a:solidFill>
                <a:latin typeface="Calibri"/>
                <a:ea typeface="Calibri"/>
                <a:cs typeface="Calibri"/>
              </a:rPr>
              <a:t>Accelerate delivery</a:t>
            </a:r>
          </a:p>
        </p:txBody>
      </p:sp>
      <p:sp>
        <p:nvSpPr>
          <p:cNvPr id="7" name="studio-body">
            <a:extLst xmlns:a="http://schemas.openxmlformats.org/drawingml/2006/main">
              <a:ext uri="{FF2B5EF4-FFF2-40B4-BE49-F238E27FC236}">
                <a16:creationId xmlns:a16="http://schemas.microsoft.com/office/drawing/2014/main" id="{BD1E47FA-D39A-4C83-A5B9-013B227BF8F6}"/>
              </a:ext>
            </a:extLst>
          </p:cNvPr>
          <p:cNvSpPr>
            <a:spLocks xmlns:a="http://schemas.openxmlformats.org/drawingml/2006/main" noGrp="1"/>
          </p:cNvSpPr>
          <p:nvPr/>
        </p:nvSpPr>
        <p:spPr>
          <a:xfrm xmlns:a="http://schemas.openxmlformats.org/drawingml/2006/main">
            <a:off x="742950" y="6534150"/>
            <a:ext cx="4333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Bring new integrations</a:t>
            </a:r>
          </a:p>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to the business sooner.</a:t>
            </a:r>
          </a:p>
        </p:txBody>
      </p:sp>
      <p:sp>
        <p:nvSpPr>
          <p:cNvPr id="8" name="connect-heading">
            <a:extLst xmlns:a="http://schemas.openxmlformats.org/drawingml/2006/main">
              <a:ext uri="{FF2B5EF4-FFF2-40B4-BE49-F238E27FC236}">
                <a16:creationId xmlns:a16="http://schemas.microsoft.com/office/drawing/2014/main" id="{E5B5265B-A939-4750-9640-0B82552F32BA}"/>
              </a:ext>
            </a:extLst>
          </p:cNvPr>
          <p:cNvSpPr>
            <a:spLocks xmlns:a="http://schemas.openxmlformats.org/drawingml/2006/main" noGrp="1"/>
          </p:cNvSpPr>
          <p:nvPr/>
        </p:nvSpPr>
        <p:spPr>
          <a:xfrm xmlns:a="http://schemas.openxmlformats.org/drawingml/2006/main">
            <a:off x="5486400" y="5886450"/>
            <a:ext cx="4524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74E5F0"/>
                </a:solidFill>
                <a:latin typeface="Calibri"/>
                <a:ea typeface="Calibri"/>
                <a:cs typeface="Calibri"/>
              </a:defRPr>
            </a:pPr>
            <a:r>
              <a:rPr sz="2550" b="1">
                <a:solidFill>
                  <a:srgbClr val="74E5F0"/>
                </a:solidFill>
                <a:latin typeface="Calibri"/>
                <a:ea typeface="Calibri"/>
                <a:cs typeface="Calibri"/>
              </a:rPr>
              <a:t>Reduce repeat effort</a:t>
            </a:r>
          </a:p>
        </p:txBody>
      </p:sp>
      <p:sp>
        <p:nvSpPr>
          <p:cNvPr id="9" name="connect-body">
            <a:extLst xmlns:a="http://schemas.openxmlformats.org/drawingml/2006/main">
              <a:ext uri="{FF2B5EF4-FFF2-40B4-BE49-F238E27FC236}">
                <a16:creationId xmlns:a16="http://schemas.microsoft.com/office/drawing/2014/main" id="{BB681D7C-7E25-4BD4-B6B1-0F5D66B7CE5C}"/>
              </a:ext>
            </a:extLst>
          </p:cNvPr>
          <p:cNvSpPr>
            <a:spLocks xmlns:a="http://schemas.openxmlformats.org/drawingml/2006/main" noGrp="1"/>
          </p:cNvSpPr>
          <p:nvPr/>
        </p:nvSpPr>
        <p:spPr>
          <a:xfrm xmlns:a="http://schemas.openxmlformats.org/drawingml/2006/main">
            <a:off x="5486400" y="6534150"/>
            <a:ext cx="4381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Reuse what works as</a:t>
            </a:r>
          </a:p>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business needs evolve.</a:t>
            </a:r>
          </a:p>
        </p:txBody>
      </p:sp>
      <p:sp>
        <p:nvSpPr>
          <p:cNvPr id="10" name="operate-heading">
            <a:extLst xmlns:a="http://schemas.openxmlformats.org/drawingml/2006/main">
              <a:ext uri="{FF2B5EF4-FFF2-40B4-BE49-F238E27FC236}">
                <a16:creationId xmlns:a16="http://schemas.microsoft.com/office/drawing/2014/main" id="{47483B41-5BB0-4A39-BFF3-1F203C9E1E3E}"/>
              </a:ext>
            </a:extLst>
          </p:cNvPr>
          <p:cNvSpPr>
            <a:spLocks xmlns:a="http://schemas.openxmlformats.org/drawingml/2006/main" noGrp="1"/>
          </p:cNvSpPr>
          <p:nvPr/>
        </p:nvSpPr>
        <p:spPr>
          <a:xfrm xmlns:a="http://schemas.openxmlformats.org/drawingml/2006/main">
            <a:off x="10287000" y="5886450"/>
            <a:ext cx="442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74E5F0"/>
                </a:solidFill>
                <a:latin typeface="Calibri"/>
                <a:ea typeface="Calibri"/>
                <a:cs typeface="Calibri"/>
              </a:defRPr>
            </a:pPr>
            <a:r>
              <a:rPr sz="2550" b="1">
                <a:solidFill>
                  <a:srgbClr val="74E5F0"/>
                </a:solidFill>
                <a:latin typeface="Calibri"/>
                <a:ea typeface="Calibri"/>
                <a:cs typeface="Calibri"/>
              </a:rPr>
              <a:t>Simplify operations</a:t>
            </a:r>
          </a:p>
        </p:txBody>
      </p:sp>
      <p:sp>
        <p:nvSpPr>
          <p:cNvPr id="11" name="operate-body">
            <a:extLst xmlns:a="http://schemas.openxmlformats.org/drawingml/2006/main">
              <a:ext uri="{FF2B5EF4-FFF2-40B4-BE49-F238E27FC236}">
                <a16:creationId xmlns:a16="http://schemas.microsoft.com/office/drawing/2014/main" id="{5A810888-1518-4005-96FF-2A482FDAFEDB}"/>
              </a:ext>
            </a:extLst>
          </p:cNvPr>
          <p:cNvSpPr>
            <a:spLocks xmlns:a="http://schemas.openxmlformats.org/drawingml/2006/main" noGrp="1"/>
          </p:cNvSpPr>
          <p:nvPr/>
        </p:nvSpPr>
        <p:spPr>
          <a:xfrm xmlns:a="http://schemas.openxmlformats.org/drawingml/2006/main">
            <a:off x="10287000" y="6534150"/>
            <a:ext cx="44291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Manage applications with</a:t>
            </a:r>
          </a:p>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one central view.</a:t>
            </a:r>
          </a:p>
        </p:txBody>
      </p:sp>
      <p:sp>
        <p:nvSpPr>
          <p:cNvPr id="12" name="footer">
            <a:extLst xmlns:a="http://schemas.openxmlformats.org/drawingml/2006/main">
              <a:ext uri="{FF2B5EF4-FFF2-40B4-BE49-F238E27FC236}">
                <a16:creationId xmlns:a16="http://schemas.microsoft.com/office/drawing/2014/main" id="{CD272E9F-9E79-4034-929A-E6A1BE2CF476}"/>
              </a:ext>
            </a:extLst>
          </p:cNvPr>
          <p:cNvSpPr>
            <a:spLocks xmlns:a="http://schemas.openxmlformats.org/drawingml/2006/main" noGrp="1"/>
          </p:cNvSpPr>
          <p:nvPr/>
        </p:nvSpPr>
        <p:spPr>
          <a:xfrm xmlns:a="http://schemas.openxmlformats.org/drawingml/2006/main">
            <a:off x="742950" y="79533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38" b="0">
                <a:solidFill>
                  <a:srgbClr val="97B3CA"/>
                </a:solidFill>
                <a:latin typeface="Calibri"/>
                <a:ea typeface="Calibri"/>
                <a:cs typeface="Calibri"/>
              </a:defRPr>
            </a:pPr>
            <a:r>
              <a:rPr sz="1738" b="0">
                <a:solidFill>
                  <a:srgbClr val="97B3CA"/>
                </a:solidFill>
                <a:latin typeface="Calibri"/>
                <a:ea typeface="Calibri"/>
                <a:cs typeface="Calibri"/>
              </a:rPr>
              <a:t/>
            </a:r>
          </a:p>
        </p:txBody>
      </p:sp>
    </p:spTree>
    <p:extLst>
      <p:ext uri="{BB962C8B-B14F-4D97-AF65-F5344CB8AC3E}">
        <p14:creationId xmlns:p14="http://schemas.microsoft.com/office/powerpoint/2010/main" val="4602625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2026-09-24T20:36:10.1390000Z</dcterms:created>
  <dcterms:modified xsi:type="dcterms:W3CDTF">2026-09-24T20:36:10.1390000Z</dcterms:modified>
</coreProperties>
</file>