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e3765dc6e84201" /><Relationship Type="http://schemas.openxmlformats.org/officeDocument/2006/relationships/extended-properties" Target="/docProps/app.xml" Id="R6ffb4b6ea8f144dd" /><Relationship Type="http://schemas.openxmlformats.org/officeDocument/2006/relationships/officeDocument" Target="/ppt/presentation.xml" Id="Rf077cf7c1d4b48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aea84d0d7a4288"/>
  </p:sldMasterIdLst>
  <p:notesMasterIdLst>
    <p:notesMasterId xmlns:r="http://schemas.openxmlformats.org/officeDocument/2006/relationships" r:id="R4a4a7e4c5d984be3"/>
  </p:notesMasterIdLst>
  <p:sldIdLst>
    <p:sldId xmlns:r="http://schemas.openxmlformats.org/officeDocument/2006/relationships" id="256" r:id="R2377afbeadb44ec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679254177c4553" /><Relationship Type="http://schemas.openxmlformats.org/officeDocument/2006/relationships/slideMaster" Target="/ppt/slideMasters/slideMaster1.xml" Id="R45aea84d0d7a4288" /><Relationship Type="http://schemas.openxmlformats.org/officeDocument/2006/relationships/notesMaster" Target="/ppt/notesMasters/notesMaster1.xml" Id="R4a4a7e4c5d984be3" /><Relationship Type="http://schemas.openxmlformats.org/officeDocument/2006/relationships/presProps" Target="/ppt/presProps.xml" Id="R3845252d24a44cca" /><Relationship Type="http://schemas.openxmlformats.org/officeDocument/2006/relationships/tableStyles" Target="/ppt/tableStyles.xml" Id="R3aaeb3a440a34676" /><Relationship Type="http://schemas.openxmlformats.org/officeDocument/2006/relationships/slide" Target="/ppt/slides/slide1.xml" Id="R2377afbeadb44e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10c4c01c69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b84f8c23124ff5" /><Relationship Type="http://schemas.openxmlformats.org/officeDocument/2006/relationships/notesMaster" Target="/ppt/notesMasters/notesMaster1.xml" Id="R766cda13101a41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VP TALK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MINA is the implementation approach for the Mediation &amp; Transformation capability. Its role is narrow and important: bridge technical and contract differences at an enterprise boundary without taking ownership of business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follows the architecture guardrails. MINA supports contract mapping, technical validation, protocol adaptation, and bounded routing or filtering. It keeps ownership explicit and does not become a hidden business-logic layer, system of record, or substitute for participant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lower section describes implemented MINA capabilities: visual flow design, mapping, validation, debugging, reusable tasks, SAP and messaging connectivity, Python generation, Control Plane deployment, and runtime lifecycle visibility.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MINA adds a delivery differentiator: teams can work visually and generate portable Python applications. The generated application remains understandable and can run through the Control Plane or supported runtimes.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Mediation &amp; Transformation, Integration Reference Architecture: https://curator.ssg.petsmart.com/docs/integration-framework/reference-architecture/domains/mediation-transformation/</a:t>
            </a:r>
          </a:p>
          <a:p xmlns:a="http://schemas.openxmlformats.org/drawingml/2006/main">
            <a:r>
              <a:t>- Mediation &amp; Transformation Guardrails: https://curator.ssg.petsmart.com/docs/integration-framework/architecture-guardrails/integration-architecture/mediation-transformation/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hero illustration is conceptual and AI-generated. It represents a system boundary, mediation, validation, and recovery; it is not a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2b9b5164e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7853c3708e4bcc" /><Relationship Type="http://schemas.openxmlformats.org/officeDocument/2006/relationships/slideLayout" Target="/ppt/slideLayouts/slideLayout1.xml" Id="Rec3b8163b8ac4f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3b8163b8ac4f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459cfd7354304" /><Relationship Type="http://schemas.openxmlformats.org/officeDocument/2006/relationships/image" Target="/ppt/media/image.png" Id="Rdf1e2822d11d4dfb" /><Relationship Type="http://schemas.openxmlformats.org/officeDocument/2006/relationships/notesSlide" Target="/ppt/notesSlides/notesSlide1.xml" Id="R44d40f64e70f49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e2822d11d4df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F4669-6FE5-46FF-92A8-A56BF22E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DBF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5DBF4"/>
                </a:solidFill>
                <a:latin typeface="Calibri"/>
                <a:ea typeface="Calibri"/>
                <a:cs typeface="Calibri"/>
              </a:rPr>
              <a:t>ENTERPRISE MEDIATION &amp;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14AA8-E0F6-4985-A3CE-9AA8915C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FB6B4-3F51-4983-8A72-8F57C5E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F4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EAF4FF"/>
                </a:solidFill>
                <a:latin typeface="Calibri"/>
                <a:ea typeface="Calibri"/>
                <a:cs typeface="Calibri"/>
              </a:rPr>
              <a:t>Mediation at</a:t>
            </a:r>
          </a:p>
          <a:p xmlns:a="http://schemas.openxmlformats.org/drawingml/2006/main">
            <a:pPr>
              <a:defRPr sz="4050" b="1">
                <a:solidFill>
                  <a:srgbClr val="EAF4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EAF4FF"/>
                </a:solidFill>
                <a:latin typeface="Calibri"/>
                <a:ea typeface="Calibri"/>
                <a:cs typeface="Calibri"/>
              </a:rPr>
              <a:t>enterprise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43132-E7EC-4E9B-8FAF-6FBFA817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C6D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B6C6DC"/>
                </a:solidFill>
                <a:latin typeface="Calibri"/>
                <a:ea typeface="Calibri"/>
                <a:cs typeface="Calibri"/>
              </a:rPr>
              <a:t>MINA bridges contract and protocol differences between participants while preserving explicit ownership and change responsibility.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E764C-386C-48A7-9E43-EE7CDBE7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E0F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2E0F6"/>
                </a:solidFill>
                <a:latin typeface="Calibri"/>
                <a:ea typeface="Calibri"/>
                <a:cs typeface="Calibri"/>
              </a:rPr>
              <a:t>Design and transform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5302A-C040-46D6-A6A8-21A893F6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385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DF4F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DF4FD"/>
                </a:solidFill>
                <a:latin typeface="Calibri"/>
                <a:ea typeface="Calibri"/>
                <a:cs typeface="Calibri"/>
              </a:rPr>
              <a:t>Visual flows, mapping, validation, debugging, and reusable tasks speed delivery of maintainable integrations.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F1E58-2831-4592-B049-F034309B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5785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E0F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2E0F6"/>
                </a:solidFill>
                <a:latin typeface="Calibri"/>
                <a:ea typeface="Calibri"/>
                <a:cs typeface="Calibri"/>
              </a:rPr>
              <a:t>Connect at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47FAF-D7BB-414A-9B54-5AA36625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15050"/>
            <a:ext cx="3667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DF4F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DF4FD"/>
                </a:solidFill>
                <a:latin typeface="Calibri"/>
                <a:ea typeface="Calibri"/>
                <a:cs typeface="Calibri"/>
              </a:rPr>
              <a:t>SAP IDocs, APIs, files, Kafka, Pub/Sub, and EMS connect through explicit contracts and controlled transformations.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E1E8F-6616-4FA1-B237-01166DF1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57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E0F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2E0F6"/>
                </a:solidFill>
                <a:latin typeface="Calibri"/>
                <a:ea typeface="Calibri"/>
                <a:cs typeface="Calibri"/>
              </a:rPr>
              <a:t>Generate and operate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32949-5DE1-48A1-8418-B33747BE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11505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DF4F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DF4FD"/>
                </a:solidFill>
                <a:latin typeface="Calibri"/>
                <a:ea typeface="Calibri"/>
                <a:cs typeface="Calibri"/>
              </a:rPr>
              <a:t>Generate portable Python, deploy through the Control Plane, and manage runtime health, logs, and lifecycle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B8CF8-D1D9-4333-8587-A99A6921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67650"/>
            <a:ext cx="1181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98B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E98B6"/>
                </a:solidFill>
                <a:latin typeface="Calibri"/>
                <a:ea typeface="Calibri"/>
                <a:cs typeface="Calibri"/>
              </a:rPr>
              <a:t>Differentiator: Visual design generates portable Python applications for the Control Plane or supported runtimes.</a:t>
            </a:r>
          </a:p>
        </p:txBody>
      </p:sp>
    </p:spTree>
    <p:extLst>
      <p:ext uri="{BB962C8B-B14F-4D97-AF65-F5344CB8AC3E}">
        <p14:creationId xmlns:p14="http://schemas.microsoft.com/office/powerpoint/2010/main" val="1626319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2026-09-26T00:12:20.2720000Z</dcterms:created>
  <dcterms:modified xsi:type="dcterms:W3CDTF">2026-09-26T00:12:20.2720000Z</dcterms:modified>
</coreProperties>
</file>