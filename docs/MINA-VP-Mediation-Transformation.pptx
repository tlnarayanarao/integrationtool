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bcf98cef44a24" /><Relationship Type="http://schemas.openxmlformats.org/officeDocument/2006/relationships/extended-properties" Target="/docProps/app.xml" Id="R31236da176cc4025" /><Relationship Type="http://schemas.openxmlformats.org/officeDocument/2006/relationships/officeDocument" Target="/ppt/presentation.xml" Id="Ref8ac088287743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5aa70f97854c8d"/>
  </p:sldMasterIdLst>
  <p:notesMasterIdLst>
    <p:notesMasterId xmlns:r="http://schemas.openxmlformats.org/officeDocument/2006/relationships" r:id="R2e67c60cb3c94271"/>
  </p:notesMasterIdLst>
  <p:sldIdLst>
    <p:sldId xmlns:r="http://schemas.openxmlformats.org/officeDocument/2006/relationships" id="256" r:id="R053d61e7562449c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c929fd222f4ce6" /><Relationship Type="http://schemas.openxmlformats.org/officeDocument/2006/relationships/slideMaster" Target="/ppt/slideMasters/slideMaster1.xml" Id="R505aa70f97854c8d" /><Relationship Type="http://schemas.openxmlformats.org/officeDocument/2006/relationships/notesMaster" Target="/ppt/notesMasters/notesMaster1.xml" Id="R2e67c60cb3c94271" /><Relationship Type="http://schemas.openxmlformats.org/officeDocument/2006/relationships/presProps" Target="/ppt/presProps.xml" Id="R61ee849eaf574a90" /><Relationship Type="http://schemas.openxmlformats.org/officeDocument/2006/relationships/tableStyles" Target="/ppt/tableStyles.xml" Id="Rc495e85ed53445ec" /><Relationship Type="http://schemas.openxmlformats.org/officeDocument/2006/relationships/slide" Target="/ppt/slides/slide1.xml" Id="R053d61e75624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96082df400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8083abe4624697" /><Relationship Type="http://schemas.openxmlformats.org/officeDocument/2006/relationships/notesMaster" Target="/ppt/notesMasters/notesMaster1.xml" Id="Re362046a50024c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VP TALK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MINA is the implementation approach for the Mediation &amp; Transformation capability. Its role is narrow and important: bridge technical and contract differences at an enterprise boundary without taking ownership of business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follows the architecture guardrails. MINA supports contract mapping, technical validation, protocol adaptation, and bounded routing or filtering. It keeps ownership explicit and does not become a hidden business-logic layer, system of record, or substitute for participant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operational commitment is visible recovery: preserve correlation, expose failures, quarantine invalid interactions when needed, and make replay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MINA adds a delivery differentiator: teams can work visually and generate portable Python applications. The generated application remains understandable and can run through the Control Plane or supported runtimes.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Mediation &amp; Transformation, Integration Reference Architecture: https://curator.ssg.petsmart.com/docs/integration-framework/reference-architecture/domains/mediation-transformation/</a:t>
            </a:r>
          </a:p>
          <a:p xmlns:a="http://schemas.openxmlformats.org/drawingml/2006/main">
            <a:r>
              <a:t>- Mediation &amp; Transformation Guardrails: https://curator.ssg.petsmart.com/docs/integration-framework/architecture-guardrails/integration-architecture/mediation-transformation/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hero illustration is conceptual and AI-generated. It represents a system boundary, mediation, validation, and recovery; it is not a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bdba885824a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670ba3f914236" /><Relationship Type="http://schemas.openxmlformats.org/officeDocument/2006/relationships/slideLayout" Target="/ppt/slideLayouts/slideLayout1.xml" Id="R4d3cded9821b4b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3cded9821b4b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37fa010cd4b5c" /><Relationship Type="http://schemas.openxmlformats.org/officeDocument/2006/relationships/image" Target="/ppt/media/image.png" Id="Ra38750c82a9c481e" /><Relationship Type="http://schemas.openxmlformats.org/officeDocument/2006/relationships/notesSlide" Target="/ppt/notesSlides/notesSlide1.xml" Id="R0a1e1385fc864f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750c82a9c48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B4B61-516D-49A1-B12A-EF3EAAE8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DBF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5DBF4"/>
                </a:solidFill>
                <a:latin typeface="Calibri"/>
                <a:ea typeface="Calibri"/>
                <a:cs typeface="Calibri"/>
              </a:rPr>
              <a:t>ENTERPRISE MEDIATION &amp;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B8CA1-DFA4-4703-B070-E97E5357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1A648-57BF-4127-8A28-6C4AA475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F4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EAF4FF"/>
                </a:solidFill>
                <a:latin typeface="Calibri"/>
                <a:ea typeface="Calibri"/>
                <a:cs typeface="Calibri"/>
              </a:rPr>
              <a:t>Mediation at</a:t>
            </a:r>
          </a:p>
          <a:p xmlns:a="http://schemas.openxmlformats.org/drawingml/2006/main">
            <a:pPr>
              <a:defRPr sz="4050" b="1">
                <a:solidFill>
                  <a:srgbClr val="EAF4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EAF4FF"/>
                </a:solidFill>
                <a:latin typeface="Calibri"/>
                <a:ea typeface="Calibri"/>
                <a:cs typeface="Calibri"/>
              </a:rPr>
              <a:t>enterprise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B327F-C378-48D1-A334-5E15FE8A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C6D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B6C6DC"/>
                </a:solidFill>
                <a:latin typeface="Calibri"/>
                <a:ea typeface="Calibri"/>
                <a:cs typeface="Calibri"/>
              </a:rPr>
              <a:t>MINA bridges contract and protocol differences between participants while preserving explicit ownership and change responsibility.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6386A-E1E0-4267-A51D-EE96352C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Bounded adaptation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060C8-57FB-4243-AE48-B0AC2747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Contract mapping, validation, protocol adaptation, and bounded routing or filtering.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184C9-6D3C-4740-839B-5708A070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5785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Explicit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1C601-25A9-4CDE-B45C-124842B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15050"/>
            <a:ext cx="3667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Source, target, mapping, and change responsibility remain visible. MINA does not absorb business logic.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F5EDC-7FD4-4C22-A2AF-4763C65A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57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Recovery by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70C70-DFF1-40C1-9D83-C8FF9CA0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1150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Correlation, failure visibility, quarantine, and safe replay support reliable operations.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34F2E-E503-4FC7-9BCC-4358DE29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67650"/>
            <a:ext cx="1181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98B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E98B6"/>
                </a:solidFill>
                <a:latin typeface="Calibri"/>
                <a:ea typeface="Calibri"/>
                <a:cs typeface="Calibri"/>
              </a:rPr>
              <a:t>Differentiator: Visual design generates portable Python applications for the Control Plane or supported runtimes.</a:t>
            </a:r>
          </a:p>
        </p:txBody>
      </p:sp>
    </p:spTree>
    <p:extLst>
      <p:ext uri="{BB962C8B-B14F-4D97-AF65-F5344CB8AC3E}">
        <p14:creationId xmlns:p14="http://schemas.microsoft.com/office/powerpoint/2010/main" val="762880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2026-09-26T00:06:40.0390000Z</dcterms:created>
  <dcterms:modified xsi:type="dcterms:W3CDTF">2026-09-26T00:06:40.0390000Z</dcterms:modified>
</coreProperties>
</file>